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notesMasterIdLst>
    <p:notesMasterId r:id="rId16"/>
  </p:notesMasterIdLst>
  <p:sldIdLst>
    <p:sldId id="274" r:id="rId2"/>
    <p:sldId id="258" r:id="rId3"/>
    <p:sldId id="275" r:id="rId4"/>
    <p:sldId id="271" r:id="rId5"/>
    <p:sldId id="260" r:id="rId6"/>
    <p:sldId id="264" r:id="rId7"/>
    <p:sldId id="265" r:id="rId8"/>
    <p:sldId id="272" r:id="rId9"/>
    <p:sldId id="276" r:id="rId10"/>
    <p:sldId id="280" r:id="rId11"/>
    <p:sldId id="278" r:id="rId12"/>
    <p:sldId id="279" r:id="rId13"/>
    <p:sldId id="281" r:id="rId14"/>
    <p:sldId id="27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15" autoAdjust="0"/>
    <p:restoredTop sz="94255" autoAdjust="0"/>
  </p:normalViewPr>
  <p:slideViewPr>
    <p:cSldViewPr snapToGrid="0">
      <p:cViewPr varScale="1">
        <p:scale>
          <a:sx n="70" d="100"/>
          <a:sy n="70" d="100"/>
        </p:scale>
        <p:origin x="102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F7CD71-E220-4108-B3AC-42823DB69264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553E2C-D06E-4642-80C4-ED6C318F22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812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553E2C-D06E-4642-80C4-ED6C318F22F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995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7F4094-3B01-4965-A9B0-C998BC3835DD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C6D038A1-7450-4B23-9878-9ACFD1356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521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7F4094-3B01-4965-A9B0-C998BC3835DD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038A1-7450-4B23-9878-9ACFD1356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450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237F4094-3B01-4965-A9B0-C998BC3835DD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C6D038A1-7450-4B23-9878-9ACFD1356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0659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7F4094-3B01-4965-A9B0-C998BC3835DD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038A1-7450-4B23-9878-9ACFD1356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84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7F4094-3B01-4965-A9B0-C998BC3835DD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038A1-7450-4B23-9878-9ACFD1356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430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7F4094-3B01-4965-A9B0-C998BC3835DD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038A1-7450-4B23-9878-9ACFD1356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159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7F4094-3B01-4965-A9B0-C998BC3835DD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038A1-7450-4B23-9878-9ACFD1356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463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7F4094-3B01-4965-A9B0-C998BC3835DD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038A1-7450-4B23-9878-9ACFD1356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972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7F4094-3B01-4965-A9B0-C998BC3835DD}" type="datetimeFigureOut">
              <a:rPr lang="en-US" smtClean="0"/>
              <a:t>6/16/2025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038A1-7450-4B23-9878-9ACFD1356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6411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7F4094-3B01-4965-A9B0-C998BC3835DD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038A1-7450-4B23-9878-9ACFD1356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267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7F4094-3B01-4965-A9B0-C998BC3835DD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038A1-7450-4B23-9878-9ACFD1356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71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237F4094-3B01-4965-A9B0-C998BC3835DD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C6D038A1-7450-4B23-9878-9ACFD1356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9234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JPG"/><Relationship Id="rId4" Type="http://schemas.openxmlformats.org/officeDocument/2006/relationships/image" Target="../media/image10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" y="0"/>
            <a:ext cx="4159239" cy="2260600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5253077"/>
            <a:ext cx="12192000" cy="1605280"/>
          </a:xfrm>
          <a:custGeom>
            <a:avLst/>
            <a:gdLst/>
            <a:ahLst/>
            <a:cxnLst/>
            <a:rect l="l" t="t" r="r" b="b"/>
            <a:pathLst>
              <a:path w="18288000" h="2407920">
                <a:moveTo>
                  <a:pt x="18287999" y="2407373"/>
                </a:moveTo>
                <a:lnTo>
                  <a:pt x="0" y="2407373"/>
                </a:lnTo>
                <a:lnTo>
                  <a:pt x="0" y="1747656"/>
                </a:lnTo>
                <a:lnTo>
                  <a:pt x="18287999" y="0"/>
                </a:lnTo>
                <a:lnTo>
                  <a:pt x="18287999" y="2407373"/>
                </a:lnTo>
                <a:close/>
              </a:path>
            </a:pathLst>
          </a:custGeom>
          <a:solidFill>
            <a:srgbClr val="958149"/>
          </a:solidFill>
        </p:spPr>
        <p:txBody>
          <a:bodyPr wrap="square" lIns="0" tIns="0" rIns="0" bIns="0" rtlCol="0"/>
          <a:lstStyle/>
          <a:p>
            <a:endParaRPr sz="1200"/>
          </a:p>
        </p:txBody>
      </p:sp>
      <p:sp>
        <p:nvSpPr>
          <p:cNvPr id="4" name="object 4"/>
          <p:cNvSpPr/>
          <p:nvPr/>
        </p:nvSpPr>
        <p:spPr>
          <a:xfrm>
            <a:off x="885935" y="1433974"/>
            <a:ext cx="3307927" cy="905933"/>
          </a:xfrm>
          <a:custGeom>
            <a:avLst/>
            <a:gdLst/>
            <a:ahLst/>
            <a:cxnLst/>
            <a:rect l="l" t="t" r="r" b="b"/>
            <a:pathLst>
              <a:path w="4961890" h="1358900">
                <a:moveTo>
                  <a:pt x="1629270" y="723709"/>
                </a:moveTo>
                <a:lnTo>
                  <a:pt x="1620088" y="613130"/>
                </a:lnTo>
                <a:lnTo>
                  <a:pt x="1602181" y="537286"/>
                </a:lnTo>
                <a:lnTo>
                  <a:pt x="1575574" y="468617"/>
                </a:lnTo>
                <a:lnTo>
                  <a:pt x="1545932" y="416483"/>
                </a:lnTo>
                <a:lnTo>
                  <a:pt x="1511287" y="373405"/>
                </a:lnTo>
                <a:lnTo>
                  <a:pt x="1478368" y="344639"/>
                </a:lnTo>
                <a:lnTo>
                  <a:pt x="1443202" y="324091"/>
                </a:lnTo>
                <a:lnTo>
                  <a:pt x="1383855" y="309067"/>
                </a:lnTo>
                <a:lnTo>
                  <a:pt x="1358938" y="309740"/>
                </a:lnTo>
                <a:lnTo>
                  <a:pt x="1307858" y="324091"/>
                </a:lnTo>
                <a:lnTo>
                  <a:pt x="1272717" y="344639"/>
                </a:lnTo>
                <a:lnTo>
                  <a:pt x="1239799" y="373405"/>
                </a:lnTo>
                <a:lnTo>
                  <a:pt x="1205141" y="416483"/>
                </a:lnTo>
                <a:lnTo>
                  <a:pt x="1175512" y="468617"/>
                </a:lnTo>
                <a:lnTo>
                  <a:pt x="1148905" y="537286"/>
                </a:lnTo>
                <a:lnTo>
                  <a:pt x="1130998" y="613130"/>
                </a:lnTo>
                <a:lnTo>
                  <a:pt x="1122108" y="703364"/>
                </a:lnTo>
                <a:lnTo>
                  <a:pt x="1125537" y="794600"/>
                </a:lnTo>
                <a:lnTo>
                  <a:pt x="1138809" y="872934"/>
                </a:lnTo>
                <a:lnTo>
                  <a:pt x="1161173" y="945540"/>
                </a:lnTo>
                <a:lnTo>
                  <a:pt x="1191768" y="1009624"/>
                </a:lnTo>
                <a:lnTo>
                  <a:pt x="1224394" y="1056754"/>
                </a:lnTo>
                <a:lnTo>
                  <a:pt x="1261465" y="1094079"/>
                </a:lnTo>
                <a:lnTo>
                  <a:pt x="1295946" y="1117422"/>
                </a:lnTo>
                <a:lnTo>
                  <a:pt x="1334185" y="1133043"/>
                </a:lnTo>
                <a:lnTo>
                  <a:pt x="1383855" y="1138351"/>
                </a:lnTo>
                <a:lnTo>
                  <a:pt x="1408684" y="1135024"/>
                </a:lnTo>
                <a:lnTo>
                  <a:pt x="1455127" y="1117422"/>
                </a:lnTo>
                <a:lnTo>
                  <a:pt x="1489621" y="1094079"/>
                </a:lnTo>
                <a:lnTo>
                  <a:pt x="1521637" y="1062723"/>
                </a:lnTo>
                <a:lnTo>
                  <a:pt x="1554949" y="1016914"/>
                </a:lnTo>
                <a:lnTo>
                  <a:pt x="1582991" y="962469"/>
                </a:lnTo>
                <a:lnTo>
                  <a:pt x="1607502" y="891743"/>
                </a:lnTo>
                <a:lnTo>
                  <a:pt x="1623110" y="814565"/>
                </a:lnTo>
                <a:lnTo>
                  <a:pt x="1629270" y="723709"/>
                </a:lnTo>
                <a:close/>
              </a:path>
              <a:path w="4961890" h="1358900">
                <a:moveTo>
                  <a:pt x="4961483" y="0"/>
                </a:moveTo>
                <a:lnTo>
                  <a:pt x="4729391" y="0"/>
                </a:lnTo>
                <a:lnTo>
                  <a:pt x="4729391" y="1193800"/>
                </a:lnTo>
                <a:lnTo>
                  <a:pt x="4724501" y="1219200"/>
                </a:lnTo>
                <a:lnTo>
                  <a:pt x="4711179" y="1231900"/>
                </a:lnTo>
                <a:lnTo>
                  <a:pt x="4691418" y="1257300"/>
                </a:lnTo>
                <a:lnTo>
                  <a:pt x="4084396" y="1257300"/>
                </a:lnTo>
                <a:lnTo>
                  <a:pt x="4064622" y="1231900"/>
                </a:lnTo>
                <a:lnTo>
                  <a:pt x="4051300" y="1219200"/>
                </a:lnTo>
                <a:lnTo>
                  <a:pt x="4046410" y="1193800"/>
                </a:lnTo>
                <a:lnTo>
                  <a:pt x="4046410" y="241300"/>
                </a:lnTo>
                <a:lnTo>
                  <a:pt x="4051300" y="215900"/>
                </a:lnTo>
                <a:lnTo>
                  <a:pt x="4064622" y="190500"/>
                </a:lnTo>
                <a:lnTo>
                  <a:pt x="4084396" y="177800"/>
                </a:lnTo>
                <a:lnTo>
                  <a:pt x="4132783" y="177800"/>
                </a:lnTo>
                <a:lnTo>
                  <a:pt x="4152544" y="190500"/>
                </a:lnTo>
                <a:lnTo>
                  <a:pt x="4165866" y="215900"/>
                </a:lnTo>
                <a:lnTo>
                  <a:pt x="4170756" y="241300"/>
                </a:lnTo>
                <a:lnTo>
                  <a:pt x="4170756" y="1130300"/>
                </a:lnTo>
                <a:lnTo>
                  <a:pt x="4667224" y="1130300"/>
                </a:lnTo>
                <a:lnTo>
                  <a:pt x="4691418" y="1143000"/>
                </a:lnTo>
                <a:lnTo>
                  <a:pt x="4711179" y="1155700"/>
                </a:lnTo>
                <a:lnTo>
                  <a:pt x="4724501" y="1168400"/>
                </a:lnTo>
                <a:lnTo>
                  <a:pt x="4729391" y="1193800"/>
                </a:lnTo>
                <a:lnTo>
                  <a:pt x="4729391" y="0"/>
                </a:lnTo>
                <a:lnTo>
                  <a:pt x="3886377" y="0"/>
                </a:lnTo>
                <a:lnTo>
                  <a:pt x="3886377" y="241300"/>
                </a:lnTo>
                <a:lnTo>
                  <a:pt x="3881488" y="266700"/>
                </a:lnTo>
                <a:lnTo>
                  <a:pt x="3868153" y="279400"/>
                </a:lnTo>
                <a:lnTo>
                  <a:pt x="3848392" y="292100"/>
                </a:lnTo>
                <a:lnTo>
                  <a:pt x="3824198" y="304800"/>
                </a:lnTo>
                <a:lnTo>
                  <a:pt x="3479762" y="304800"/>
                </a:lnTo>
                <a:lnTo>
                  <a:pt x="3479762" y="660400"/>
                </a:lnTo>
                <a:lnTo>
                  <a:pt x="3848392" y="660400"/>
                </a:lnTo>
                <a:lnTo>
                  <a:pt x="3868153" y="673100"/>
                </a:lnTo>
                <a:lnTo>
                  <a:pt x="3881488" y="698500"/>
                </a:lnTo>
                <a:lnTo>
                  <a:pt x="3886377" y="723900"/>
                </a:lnTo>
                <a:lnTo>
                  <a:pt x="3881488" y="749300"/>
                </a:lnTo>
                <a:lnTo>
                  <a:pt x="3868153" y="762000"/>
                </a:lnTo>
                <a:lnTo>
                  <a:pt x="3848392" y="774700"/>
                </a:lnTo>
                <a:lnTo>
                  <a:pt x="3824198" y="787400"/>
                </a:lnTo>
                <a:lnTo>
                  <a:pt x="3479762" y="787400"/>
                </a:lnTo>
                <a:lnTo>
                  <a:pt x="3479762" y="1143000"/>
                </a:lnTo>
                <a:lnTo>
                  <a:pt x="3848392" y="1143000"/>
                </a:lnTo>
                <a:lnTo>
                  <a:pt x="3868153" y="1155700"/>
                </a:lnTo>
                <a:lnTo>
                  <a:pt x="3881488" y="1181100"/>
                </a:lnTo>
                <a:lnTo>
                  <a:pt x="3886377" y="1193800"/>
                </a:lnTo>
                <a:lnTo>
                  <a:pt x="3881488" y="1219200"/>
                </a:lnTo>
                <a:lnTo>
                  <a:pt x="3868153" y="1244600"/>
                </a:lnTo>
                <a:lnTo>
                  <a:pt x="3848392" y="1257300"/>
                </a:lnTo>
                <a:lnTo>
                  <a:pt x="3393389" y="1257300"/>
                </a:lnTo>
                <a:lnTo>
                  <a:pt x="3373628" y="1244600"/>
                </a:lnTo>
                <a:lnTo>
                  <a:pt x="3360293" y="1219200"/>
                </a:lnTo>
                <a:lnTo>
                  <a:pt x="3355403" y="1193800"/>
                </a:lnTo>
                <a:lnTo>
                  <a:pt x="3355403" y="241300"/>
                </a:lnTo>
                <a:lnTo>
                  <a:pt x="3360293" y="215900"/>
                </a:lnTo>
                <a:lnTo>
                  <a:pt x="3373628" y="190500"/>
                </a:lnTo>
                <a:lnTo>
                  <a:pt x="3393389" y="177800"/>
                </a:lnTo>
                <a:lnTo>
                  <a:pt x="3848392" y="177800"/>
                </a:lnTo>
                <a:lnTo>
                  <a:pt x="3868153" y="190500"/>
                </a:lnTo>
                <a:lnTo>
                  <a:pt x="3881488" y="215900"/>
                </a:lnTo>
                <a:lnTo>
                  <a:pt x="3886377" y="241300"/>
                </a:lnTo>
                <a:lnTo>
                  <a:pt x="3886377" y="0"/>
                </a:lnTo>
                <a:lnTo>
                  <a:pt x="3247910" y="0"/>
                </a:lnTo>
                <a:lnTo>
                  <a:pt x="3247910" y="241300"/>
                </a:lnTo>
                <a:lnTo>
                  <a:pt x="3243034" y="266700"/>
                </a:lnTo>
                <a:lnTo>
                  <a:pt x="3229711" y="279400"/>
                </a:lnTo>
                <a:lnTo>
                  <a:pt x="3209950" y="292100"/>
                </a:lnTo>
                <a:lnTo>
                  <a:pt x="3185731" y="304800"/>
                </a:lnTo>
                <a:lnTo>
                  <a:pt x="2972790" y="304800"/>
                </a:lnTo>
                <a:lnTo>
                  <a:pt x="2972790" y="1193800"/>
                </a:lnTo>
                <a:lnTo>
                  <a:pt x="2967901" y="1219200"/>
                </a:lnTo>
                <a:lnTo>
                  <a:pt x="2954578" y="1231900"/>
                </a:lnTo>
                <a:lnTo>
                  <a:pt x="2934805" y="1257300"/>
                </a:lnTo>
                <a:lnTo>
                  <a:pt x="2886418" y="1257300"/>
                </a:lnTo>
                <a:lnTo>
                  <a:pt x="2866656" y="1231900"/>
                </a:lnTo>
                <a:lnTo>
                  <a:pt x="2853334" y="1219200"/>
                </a:lnTo>
                <a:lnTo>
                  <a:pt x="2848445" y="1193800"/>
                </a:lnTo>
                <a:lnTo>
                  <a:pt x="2848445" y="546100"/>
                </a:lnTo>
                <a:lnTo>
                  <a:pt x="2848445" y="304800"/>
                </a:lnTo>
                <a:lnTo>
                  <a:pt x="2635491" y="304800"/>
                </a:lnTo>
                <a:lnTo>
                  <a:pt x="2611297" y="292100"/>
                </a:lnTo>
                <a:lnTo>
                  <a:pt x="2591536" y="279400"/>
                </a:lnTo>
                <a:lnTo>
                  <a:pt x="2578214" y="266700"/>
                </a:lnTo>
                <a:lnTo>
                  <a:pt x="2573324" y="241300"/>
                </a:lnTo>
                <a:lnTo>
                  <a:pt x="2578214" y="215900"/>
                </a:lnTo>
                <a:lnTo>
                  <a:pt x="2591536" y="190500"/>
                </a:lnTo>
                <a:lnTo>
                  <a:pt x="2611297" y="177800"/>
                </a:lnTo>
                <a:lnTo>
                  <a:pt x="3209925" y="177800"/>
                </a:lnTo>
                <a:lnTo>
                  <a:pt x="3229699" y="190500"/>
                </a:lnTo>
                <a:lnTo>
                  <a:pt x="3243021" y="215900"/>
                </a:lnTo>
                <a:lnTo>
                  <a:pt x="3247910" y="241300"/>
                </a:lnTo>
                <a:lnTo>
                  <a:pt x="3247910" y="0"/>
                </a:lnTo>
                <a:lnTo>
                  <a:pt x="2464270" y="0"/>
                </a:lnTo>
                <a:lnTo>
                  <a:pt x="2464270" y="482600"/>
                </a:lnTo>
                <a:lnTo>
                  <a:pt x="2459380" y="508000"/>
                </a:lnTo>
                <a:lnTo>
                  <a:pt x="2446058" y="520700"/>
                </a:lnTo>
                <a:lnTo>
                  <a:pt x="2426284" y="533400"/>
                </a:lnTo>
                <a:lnTo>
                  <a:pt x="2402090" y="546100"/>
                </a:lnTo>
                <a:lnTo>
                  <a:pt x="2377897" y="533400"/>
                </a:lnTo>
                <a:lnTo>
                  <a:pt x="2358136" y="520700"/>
                </a:lnTo>
                <a:lnTo>
                  <a:pt x="2344813" y="508000"/>
                </a:lnTo>
                <a:lnTo>
                  <a:pt x="2339924" y="482600"/>
                </a:lnTo>
                <a:lnTo>
                  <a:pt x="2333612" y="431800"/>
                </a:lnTo>
                <a:lnTo>
                  <a:pt x="2315832" y="393700"/>
                </a:lnTo>
                <a:lnTo>
                  <a:pt x="2288260" y="355600"/>
                </a:lnTo>
                <a:lnTo>
                  <a:pt x="2252586" y="330200"/>
                </a:lnTo>
                <a:lnTo>
                  <a:pt x="2210511" y="304800"/>
                </a:lnTo>
                <a:lnTo>
                  <a:pt x="2116925" y="304800"/>
                </a:lnTo>
                <a:lnTo>
                  <a:pt x="2074849" y="330200"/>
                </a:lnTo>
                <a:lnTo>
                  <a:pt x="2039175" y="355600"/>
                </a:lnTo>
                <a:lnTo>
                  <a:pt x="2011603" y="393700"/>
                </a:lnTo>
                <a:lnTo>
                  <a:pt x="1993823" y="431800"/>
                </a:lnTo>
                <a:lnTo>
                  <a:pt x="1987524" y="482600"/>
                </a:lnTo>
                <a:lnTo>
                  <a:pt x="1993823" y="520700"/>
                </a:lnTo>
                <a:lnTo>
                  <a:pt x="2011603" y="571500"/>
                </a:lnTo>
                <a:lnTo>
                  <a:pt x="2039175" y="609600"/>
                </a:lnTo>
                <a:lnTo>
                  <a:pt x="2074849" y="635000"/>
                </a:lnTo>
                <a:lnTo>
                  <a:pt x="2116925" y="647700"/>
                </a:lnTo>
                <a:lnTo>
                  <a:pt x="2163724" y="660400"/>
                </a:lnTo>
                <a:lnTo>
                  <a:pt x="2212416" y="660400"/>
                </a:lnTo>
                <a:lnTo>
                  <a:pt x="2258631" y="673100"/>
                </a:lnTo>
                <a:lnTo>
                  <a:pt x="2301735" y="685800"/>
                </a:lnTo>
                <a:lnTo>
                  <a:pt x="2341118" y="711200"/>
                </a:lnTo>
                <a:lnTo>
                  <a:pt x="2376157" y="749300"/>
                </a:lnTo>
                <a:lnTo>
                  <a:pt x="2406218" y="774700"/>
                </a:lnTo>
                <a:lnTo>
                  <a:pt x="2430678" y="812800"/>
                </a:lnTo>
                <a:lnTo>
                  <a:pt x="2448928" y="863600"/>
                </a:lnTo>
                <a:lnTo>
                  <a:pt x="2460333" y="901700"/>
                </a:lnTo>
                <a:lnTo>
                  <a:pt x="2464270" y="952500"/>
                </a:lnTo>
                <a:lnTo>
                  <a:pt x="2460333" y="1003300"/>
                </a:lnTo>
                <a:lnTo>
                  <a:pt x="2448915" y="1054100"/>
                </a:lnTo>
                <a:lnTo>
                  <a:pt x="2430665" y="1092200"/>
                </a:lnTo>
                <a:lnTo>
                  <a:pt x="2406192" y="1130300"/>
                </a:lnTo>
                <a:lnTo>
                  <a:pt x="2376132" y="1168400"/>
                </a:lnTo>
                <a:lnTo>
                  <a:pt x="2341092" y="1193800"/>
                </a:lnTo>
                <a:lnTo>
                  <a:pt x="2301710" y="1219200"/>
                </a:lnTo>
                <a:lnTo>
                  <a:pt x="2258606" y="1244600"/>
                </a:lnTo>
                <a:lnTo>
                  <a:pt x="2212403" y="1257300"/>
                </a:lnTo>
                <a:lnTo>
                  <a:pt x="2115045" y="1257300"/>
                </a:lnTo>
                <a:lnTo>
                  <a:pt x="2068830" y="1244600"/>
                </a:lnTo>
                <a:lnTo>
                  <a:pt x="2025726" y="1219200"/>
                </a:lnTo>
                <a:lnTo>
                  <a:pt x="1986343" y="1193800"/>
                </a:lnTo>
                <a:lnTo>
                  <a:pt x="1951304" y="1168400"/>
                </a:lnTo>
                <a:lnTo>
                  <a:pt x="1921243" y="1130300"/>
                </a:lnTo>
                <a:lnTo>
                  <a:pt x="1896770" y="1092200"/>
                </a:lnTo>
                <a:lnTo>
                  <a:pt x="1878520" y="1054100"/>
                </a:lnTo>
                <a:lnTo>
                  <a:pt x="1867115" y="1003300"/>
                </a:lnTo>
                <a:lnTo>
                  <a:pt x="1863166" y="952500"/>
                </a:lnTo>
                <a:lnTo>
                  <a:pt x="1868055" y="927100"/>
                </a:lnTo>
                <a:lnTo>
                  <a:pt x="1901151" y="901700"/>
                </a:lnTo>
                <a:lnTo>
                  <a:pt x="1949538" y="901700"/>
                </a:lnTo>
                <a:lnTo>
                  <a:pt x="1982635" y="927100"/>
                </a:lnTo>
                <a:lnTo>
                  <a:pt x="1993823" y="1003300"/>
                </a:lnTo>
                <a:lnTo>
                  <a:pt x="2011603" y="1041400"/>
                </a:lnTo>
                <a:lnTo>
                  <a:pt x="2039175" y="1079500"/>
                </a:lnTo>
                <a:lnTo>
                  <a:pt x="2074849" y="1104900"/>
                </a:lnTo>
                <a:lnTo>
                  <a:pt x="2116925" y="1130300"/>
                </a:lnTo>
                <a:lnTo>
                  <a:pt x="2210511" y="1130300"/>
                </a:lnTo>
                <a:lnTo>
                  <a:pt x="2252586" y="1104900"/>
                </a:lnTo>
                <a:lnTo>
                  <a:pt x="2288260" y="1079500"/>
                </a:lnTo>
                <a:lnTo>
                  <a:pt x="2315832" y="1041400"/>
                </a:lnTo>
                <a:lnTo>
                  <a:pt x="2333612" y="1003300"/>
                </a:lnTo>
                <a:lnTo>
                  <a:pt x="2339924" y="952500"/>
                </a:lnTo>
                <a:lnTo>
                  <a:pt x="2333612" y="914400"/>
                </a:lnTo>
                <a:lnTo>
                  <a:pt x="2324722" y="889000"/>
                </a:lnTo>
                <a:lnTo>
                  <a:pt x="2315832" y="863600"/>
                </a:lnTo>
                <a:lnTo>
                  <a:pt x="2288260" y="825500"/>
                </a:lnTo>
                <a:lnTo>
                  <a:pt x="2252586" y="800100"/>
                </a:lnTo>
                <a:lnTo>
                  <a:pt x="2210511" y="787400"/>
                </a:lnTo>
                <a:lnTo>
                  <a:pt x="2163724" y="774700"/>
                </a:lnTo>
                <a:lnTo>
                  <a:pt x="2115020" y="774700"/>
                </a:lnTo>
                <a:lnTo>
                  <a:pt x="2068817" y="762000"/>
                </a:lnTo>
                <a:lnTo>
                  <a:pt x="2025700" y="749300"/>
                </a:lnTo>
                <a:lnTo>
                  <a:pt x="1986318" y="723900"/>
                </a:lnTo>
                <a:lnTo>
                  <a:pt x="1951291" y="685800"/>
                </a:lnTo>
                <a:lnTo>
                  <a:pt x="1921230" y="660400"/>
                </a:lnTo>
                <a:lnTo>
                  <a:pt x="1896757" y="622300"/>
                </a:lnTo>
                <a:lnTo>
                  <a:pt x="1878520" y="571500"/>
                </a:lnTo>
                <a:lnTo>
                  <a:pt x="1867115" y="533400"/>
                </a:lnTo>
                <a:lnTo>
                  <a:pt x="1863166" y="482600"/>
                </a:lnTo>
                <a:lnTo>
                  <a:pt x="1867115" y="431800"/>
                </a:lnTo>
                <a:lnTo>
                  <a:pt x="1878520" y="381000"/>
                </a:lnTo>
                <a:lnTo>
                  <a:pt x="1896770" y="342900"/>
                </a:lnTo>
                <a:lnTo>
                  <a:pt x="1921243" y="304800"/>
                </a:lnTo>
                <a:lnTo>
                  <a:pt x="1951304" y="266700"/>
                </a:lnTo>
                <a:lnTo>
                  <a:pt x="1986343" y="241300"/>
                </a:lnTo>
                <a:lnTo>
                  <a:pt x="2025726" y="215900"/>
                </a:lnTo>
                <a:lnTo>
                  <a:pt x="2068830" y="190500"/>
                </a:lnTo>
                <a:lnTo>
                  <a:pt x="2115045" y="177800"/>
                </a:lnTo>
                <a:lnTo>
                  <a:pt x="2212403" y="177800"/>
                </a:lnTo>
                <a:lnTo>
                  <a:pt x="2258606" y="190500"/>
                </a:lnTo>
                <a:lnTo>
                  <a:pt x="2301710" y="215900"/>
                </a:lnTo>
                <a:lnTo>
                  <a:pt x="2341092" y="241300"/>
                </a:lnTo>
                <a:lnTo>
                  <a:pt x="2376132" y="266700"/>
                </a:lnTo>
                <a:lnTo>
                  <a:pt x="2406192" y="304800"/>
                </a:lnTo>
                <a:lnTo>
                  <a:pt x="2430665" y="342900"/>
                </a:lnTo>
                <a:lnTo>
                  <a:pt x="2448915" y="381000"/>
                </a:lnTo>
                <a:lnTo>
                  <a:pt x="2460333" y="431800"/>
                </a:lnTo>
                <a:lnTo>
                  <a:pt x="2464270" y="482600"/>
                </a:lnTo>
                <a:lnTo>
                  <a:pt x="2464270" y="0"/>
                </a:lnTo>
                <a:lnTo>
                  <a:pt x="1753616" y="0"/>
                </a:lnTo>
                <a:lnTo>
                  <a:pt x="1753616" y="711200"/>
                </a:lnTo>
                <a:lnTo>
                  <a:pt x="1751698" y="774700"/>
                </a:lnTo>
                <a:lnTo>
                  <a:pt x="1746072" y="825500"/>
                </a:lnTo>
                <a:lnTo>
                  <a:pt x="1736902" y="876300"/>
                </a:lnTo>
                <a:lnTo>
                  <a:pt x="1724355" y="927100"/>
                </a:lnTo>
                <a:lnTo>
                  <a:pt x="1708632" y="977900"/>
                </a:lnTo>
                <a:lnTo>
                  <a:pt x="1689900" y="1016000"/>
                </a:lnTo>
                <a:lnTo>
                  <a:pt x="1668322" y="1066800"/>
                </a:lnTo>
                <a:lnTo>
                  <a:pt x="1644091" y="1104900"/>
                </a:lnTo>
                <a:lnTo>
                  <a:pt x="1617370" y="1130300"/>
                </a:lnTo>
                <a:lnTo>
                  <a:pt x="1588338" y="1168400"/>
                </a:lnTo>
                <a:lnTo>
                  <a:pt x="1557172" y="1193800"/>
                </a:lnTo>
                <a:lnTo>
                  <a:pt x="1524063" y="1219200"/>
                </a:lnTo>
                <a:lnTo>
                  <a:pt x="1452651" y="1244600"/>
                </a:lnTo>
                <a:lnTo>
                  <a:pt x="1414729" y="1257300"/>
                </a:lnTo>
                <a:lnTo>
                  <a:pt x="1336357" y="1257300"/>
                </a:lnTo>
                <a:lnTo>
                  <a:pt x="1298422" y="1244600"/>
                </a:lnTo>
                <a:lnTo>
                  <a:pt x="1261922" y="1231900"/>
                </a:lnTo>
                <a:lnTo>
                  <a:pt x="1193901" y="1193800"/>
                </a:lnTo>
                <a:lnTo>
                  <a:pt x="1162748" y="1168400"/>
                </a:lnTo>
                <a:lnTo>
                  <a:pt x="1133716" y="1130300"/>
                </a:lnTo>
                <a:lnTo>
                  <a:pt x="1106995" y="1104900"/>
                </a:lnTo>
                <a:lnTo>
                  <a:pt x="1082763" y="1066800"/>
                </a:lnTo>
                <a:lnTo>
                  <a:pt x="1061186" y="1016000"/>
                </a:lnTo>
                <a:lnTo>
                  <a:pt x="1042441" y="977900"/>
                </a:lnTo>
                <a:lnTo>
                  <a:pt x="1026718" y="927100"/>
                </a:lnTo>
                <a:lnTo>
                  <a:pt x="1014183" y="876300"/>
                </a:lnTo>
                <a:lnTo>
                  <a:pt x="1005014" y="825500"/>
                </a:lnTo>
                <a:lnTo>
                  <a:pt x="999375" y="774700"/>
                </a:lnTo>
                <a:lnTo>
                  <a:pt x="997458" y="711200"/>
                </a:lnTo>
                <a:lnTo>
                  <a:pt x="999375" y="660400"/>
                </a:lnTo>
                <a:lnTo>
                  <a:pt x="1005014" y="609600"/>
                </a:lnTo>
                <a:lnTo>
                  <a:pt x="1014183" y="558800"/>
                </a:lnTo>
                <a:lnTo>
                  <a:pt x="1026718" y="508000"/>
                </a:lnTo>
                <a:lnTo>
                  <a:pt x="1042441" y="457200"/>
                </a:lnTo>
                <a:lnTo>
                  <a:pt x="1061186" y="419100"/>
                </a:lnTo>
                <a:lnTo>
                  <a:pt x="1082763" y="368300"/>
                </a:lnTo>
                <a:lnTo>
                  <a:pt x="1106995" y="330200"/>
                </a:lnTo>
                <a:lnTo>
                  <a:pt x="1133716" y="304800"/>
                </a:lnTo>
                <a:lnTo>
                  <a:pt x="1162748" y="266700"/>
                </a:lnTo>
                <a:lnTo>
                  <a:pt x="1193901" y="241300"/>
                </a:lnTo>
                <a:lnTo>
                  <a:pt x="1227023" y="215900"/>
                </a:lnTo>
                <a:lnTo>
                  <a:pt x="1298422" y="190500"/>
                </a:lnTo>
                <a:lnTo>
                  <a:pt x="1336357" y="177800"/>
                </a:lnTo>
                <a:lnTo>
                  <a:pt x="1414729" y="177800"/>
                </a:lnTo>
                <a:lnTo>
                  <a:pt x="1452651" y="190500"/>
                </a:lnTo>
                <a:lnTo>
                  <a:pt x="1489163" y="203200"/>
                </a:lnTo>
                <a:lnTo>
                  <a:pt x="1557172" y="241300"/>
                </a:lnTo>
                <a:lnTo>
                  <a:pt x="1588338" y="266700"/>
                </a:lnTo>
                <a:lnTo>
                  <a:pt x="1617370" y="304800"/>
                </a:lnTo>
                <a:lnTo>
                  <a:pt x="1644091" y="330200"/>
                </a:lnTo>
                <a:lnTo>
                  <a:pt x="1668322" y="368300"/>
                </a:lnTo>
                <a:lnTo>
                  <a:pt x="1689900" y="419100"/>
                </a:lnTo>
                <a:lnTo>
                  <a:pt x="1708632" y="457200"/>
                </a:lnTo>
                <a:lnTo>
                  <a:pt x="1724355" y="508000"/>
                </a:lnTo>
                <a:lnTo>
                  <a:pt x="1736902" y="558800"/>
                </a:lnTo>
                <a:lnTo>
                  <a:pt x="1746072" y="609600"/>
                </a:lnTo>
                <a:lnTo>
                  <a:pt x="1751698" y="660400"/>
                </a:lnTo>
                <a:lnTo>
                  <a:pt x="1753616" y="711200"/>
                </a:lnTo>
                <a:lnTo>
                  <a:pt x="1753616" y="0"/>
                </a:lnTo>
                <a:lnTo>
                  <a:pt x="851408" y="0"/>
                </a:lnTo>
                <a:lnTo>
                  <a:pt x="851408" y="241300"/>
                </a:lnTo>
                <a:lnTo>
                  <a:pt x="851408" y="1193800"/>
                </a:lnTo>
                <a:lnTo>
                  <a:pt x="846518" y="1219200"/>
                </a:lnTo>
                <a:lnTo>
                  <a:pt x="833196" y="1231900"/>
                </a:lnTo>
                <a:lnTo>
                  <a:pt x="813435" y="1257300"/>
                </a:lnTo>
                <a:lnTo>
                  <a:pt x="765048" y="1257300"/>
                </a:lnTo>
                <a:lnTo>
                  <a:pt x="745286" y="1231900"/>
                </a:lnTo>
                <a:lnTo>
                  <a:pt x="731951" y="1219200"/>
                </a:lnTo>
                <a:lnTo>
                  <a:pt x="727062" y="1193800"/>
                </a:lnTo>
                <a:lnTo>
                  <a:pt x="727062" y="774700"/>
                </a:lnTo>
                <a:lnTo>
                  <a:pt x="356450" y="774700"/>
                </a:lnTo>
                <a:lnTo>
                  <a:pt x="356450" y="1193800"/>
                </a:lnTo>
                <a:lnTo>
                  <a:pt x="351561" y="1219200"/>
                </a:lnTo>
                <a:lnTo>
                  <a:pt x="338226" y="1231900"/>
                </a:lnTo>
                <a:lnTo>
                  <a:pt x="318465" y="1257300"/>
                </a:lnTo>
                <a:lnTo>
                  <a:pt x="270078" y="1257300"/>
                </a:lnTo>
                <a:lnTo>
                  <a:pt x="250317" y="1231900"/>
                </a:lnTo>
                <a:lnTo>
                  <a:pt x="236982" y="1219200"/>
                </a:lnTo>
                <a:lnTo>
                  <a:pt x="232092" y="1193800"/>
                </a:lnTo>
                <a:lnTo>
                  <a:pt x="232092" y="241300"/>
                </a:lnTo>
                <a:lnTo>
                  <a:pt x="236982" y="215900"/>
                </a:lnTo>
                <a:lnTo>
                  <a:pt x="250317" y="190500"/>
                </a:lnTo>
                <a:lnTo>
                  <a:pt x="270078" y="177800"/>
                </a:lnTo>
                <a:lnTo>
                  <a:pt x="318465" y="177800"/>
                </a:lnTo>
                <a:lnTo>
                  <a:pt x="338226" y="190500"/>
                </a:lnTo>
                <a:lnTo>
                  <a:pt x="351561" y="215900"/>
                </a:lnTo>
                <a:lnTo>
                  <a:pt x="356450" y="241300"/>
                </a:lnTo>
                <a:lnTo>
                  <a:pt x="356450" y="660400"/>
                </a:lnTo>
                <a:lnTo>
                  <a:pt x="727062" y="660400"/>
                </a:lnTo>
                <a:lnTo>
                  <a:pt x="727062" y="241300"/>
                </a:lnTo>
                <a:lnTo>
                  <a:pt x="731951" y="215900"/>
                </a:lnTo>
                <a:lnTo>
                  <a:pt x="745286" y="190500"/>
                </a:lnTo>
                <a:lnTo>
                  <a:pt x="765048" y="177800"/>
                </a:lnTo>
                <a:lnTo>
                  <a:pt x="813435" y="177800"/>
                </a:lnTo>
                <a:lnTo>
                  <a:pt x="833196" y="190500"/>
                </a:lnTo>
                <a:lnTo>
                  <a:pt x="846518" y="215900"/>
                </a:lnTo>
                <a:lnTo>
                  <a:pt x="851408" y="241300"/>
                </a:lnTo>
                <a:lnTo>
                  <a:pt x="851408" y="0"/>
                </a:lnTo>
                <a:lnTo>
                  <a:pt x="0" y="0"/>
                </a:lnTo>
                <a:lnTo>
                  <a:pt x="0" y="1358900"/>
                </a:lnTo>
                <a:lnTo>
                  <a:pt x="4961483" y="1358900"/>
                </a:lnTo>
                <a:lnTo>
                  <a:pt x="4961483" y="1257300"/>
                </a:lnTo>
                <a:lnTo>
                  <a:pt x="4961483" y="177800"/>
                </a:lnTo>
                <a:lnTo>
                  <a:pt x="496148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200"/>
          </a:p>
        </p:txBody>
      </p:sp>
      <p:sp>
        <p:nvSpPr>
          <p:cNvPr id="5" name="object 5"/>
          <p:cNvSpPr/>
          <p:nvPr/>
        </p:nvSpPr>
        <p:spPr>
          <a:xfrm>
            <a:off x="11360" y="5488128"/>
            <a:ext cx="5057139" cy="314537"/>
          </a:xfrm>
          <a:custGeom>
            <a:avLst/>
            <a:gdLst/>
            <a:ahLst/>
            <a:cxnLst/>
            <a:rect l="l" t="t" r="r" b="b"/>
            <a:pathLst>
              <a:path w="7585709" h="471804">
                <a:moveTo>
                  <a:pt x="7585230" y="471656"/>
                </a:moveTo>
                <a:lnTo>
                  <a:pt x="0" y="471656"/>
                </a:lnTo>
                <a:lnTo>
                  <a:pt x="0" y="0"/>
                </a:lnTo>
                <a:lnTo>
                  <a:pt x="7585230" y="0"/>
                </a:lnTo>
                <a:lnTo>
                  <a:pt x="7585230" y="47165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200"/>
          </a:p>
        </p:txBody>
      </p:sp>
      <p:sp>
        <p:nvSpPr>
          <p:cNvPr id="6" name="object 6"/>
          <p:cNvSpPr/>
          <p:nvPr/>
        </p:nvSpPr>
        <p:spPr>
          <a:xfrm>
            <a:off x="415815" y="2429933"/>
            <a:ext cx="4248150" cy="2975610"/>
          </a:xfrm>
          <a:custGeom>
            <a:avLst/>
            <a:gdLst/>
            <a:ahLst/>
            <a:cxnLst/>
            <a:rect l="l" t="t" r="r" b="b"/>
            <a:pathLst>
              <a:path w="6372225" h="4463415">
                <a:moveTo>
                  <a:pt x="4221873" y="3310102"/>
                </a:moveTo>
                <a:lnTo>
                  <a:pt x="2149919" y="3310102"/>
                </a:lnTo>
                <a:lnTo>
                  <a:pt x="2149919" y="4462945"/>
                </a:lnTo>
                <a:lnTo>
                  <a:pt x="4221873" y="4462945"/>
                </a:lnTo>
                <a:lnTo>
                  <a:pt x="4221873" y="3310102"/>
                </a:lnTo>
                <a:close/>
              </a:path>
              <a:path w="6372225" h="4463415">
                <a:moveTo>
                  <a:pt x="6371844" y="0"/>
                </a:moveTo>
                <a:lnTo>
                  <a:pt x="5937999" y="0"/>
                </a:lnTo>
                <a:lnTo>
                  <a:pt x="5937999" y="570318"/>
                </a:lnTo>
                <a:lnTo>
                  <a:pt x="5937999" y="1482979"/>
                </a:lnTo>
                <a:lnTo>
                  <a:pt x="5937999" y="1847507"/>
                </a:lnTo>
                <a:lnTo>
                  <a:pt x="5937999" y="2760180"/>
                </a:lnTo>
                <a:lnTo>
                  <a:pt x="5025339" y="2760180"/>
                </a:lnTo>
                <a:lnTo>
                  <a:pt x="5025339" y="1847507"/>
                </a:lnTo>
                <a:lnTo>
                  <a:pt x="5937999" y="1847507"/>
                </a:lnTo>
                <a:lnTo>
                  <a:pt x="5937999" y="1482979"/>
                </a:lnTo>
                <a:lnTo>
                  <a:pt x="5025339" y="1482979"/>
                </a:lnTo>
                <a:lnTo>
                  <a:pt x="5025339" y="570318"/>
                </a:lnTo>
                <a:lnTo>
                  <a:pt x="5937999" y="570318"/>
                </a:lnTo>
                <a:lnTo>
                  <a:pt x="5937999" y="0"/>
                </a:lnTo>
                <a:lnTo>
                  <a:pt x="4352937" y="0"/>
                </a:lnTo>
                <a:lnTo>
                  <a:pt x="4352937" y="570318"/>
                </a:lnTo>
                <a:lnTo>
                  <a:pt x="4352937" y="1482979"/>
                </a:lnTo>
                <a:lnTo>
                  <a:pt x="4352937" y="1847507"/>
                </a:lnTo>
                <a:lnTo>
                  <a:pt x="4352937" y="2760180"/>
                </a:lnTo>
                <a:lnTo>
                  <a:pt x="3440277" y="2760180"/>
                </a:lnTo>
                <a:lnTo>
                  <a:pt x="3440277" y="1847507"/>
                </a:lnTo>
                <a:lnTo>
                  <a:pt x="4352937" y="1847507"/>
                </a:lnTo>
                <a:lnTo>
                  <a:pt x="4352937" y="1482979"/>
                </a:lnTo>
                <a:lnTo>
                  <a:pt x="3440277" y="1482979"/>
                </a:lnTo>
                <a:lnTo>
                  <a:pt x="3440277" y="570318"/>
                </a:lnTo>
                <a:lnTo>
                  <a:pt x="4352937" y="570318"/>
                </a:lnTo>
                <a:lnTo>
                  <a:pt x="4352937" y="0"/>
                </a:lnTo>
                <a:lnTo>
                  <a:pt x="2931566" y="0"/>
                </a:lnTo>
                <a:lnTo>
                  <a:pt x="2931566" y="570318"/>
                </a:lnTo>
                <a:lnTo>
                  <a:pt x="2931566" y="1482979"/>
                </a:lnTo>
                <a:lnTo>
                  <a:pt x="2931566" y="1847507"/>
                </a:lnTo>
                <a:lnTo>
                  <a:pt x="2931566" y="2760180"/>
                </a:lnTo>
                <a:lnTo>
                  <a:pt x="2018919" y="2760180"/>
                </a:lnTo>
                <a:lnTo>
                  <a:pt x="2018919" y="1847507"/>
                </a:lnTo>
                <a:lnTo>
                  <a:pt x="2931566" y="1847507"/>
                </a:lnTo>
                <a:lnTo>
                  <a:pt x="2931566" y="1482979"/>
                </a:lnTo>
                <a:lnTo>
                  <a:pt x="2018919" y="1482979"/>
                </a:lnTo>
                <a:lnTo>
                  <a:pt x="2018919" y="570318"/>
                </a:lnTo>
                <a:lnTo>
                  <a:pt x="2931566" y="570318"/>
                </a:lnTo>
                <a:lnTo>
                  <a:pt x="2931566" y="0"/>
                </a:lnTo>
                <a:lnTo>
                  <a:pt x="1346504" y="0"/>
                </a:lnTo>
                <a:lnTo>
                  <a:pt x="1346504" y="570318"/>
                </a:lnTo>
                <a:lnTo>
                  <a:pt x="1346504" y="1482979"/>
                </a:lnTo>
                <a:lnTo>
                  <a:pt x="1346504" y="1847507"/>
                </a:lnTo>
                <a:lnTo>
                  <a:pt x="1346504" y="2760230"/>
                </a:lnTo>
                <a:lnTo>
                  <a:pt x="433857" y="2760230"/>
                </a:lnTo>
                <a:lnTo>
                  <a:pt x="433857" y="1847507"/>
                </a:lnTo>
                <a:lnTo>
                  <a:pt x="1346504" y="1847507"/>
                </a:lnTo>
                <a:lnTo>
                  <a:pt x="1346504" y="1482979"/>
                </a:lnTo>
                <a:lnTo>
                  <a:pt x="433857" y="1482979"/>
                </a:lnTo>
                <a:lnTo>
                  <a:pt x="433857" y="570318"/>
                </a:lnTo>
                <a:lnTo>
                  <a:pt x="1346504" y="570318"/>
                </a:lnTo>
                <a:lnTo>
                  <a:pt x="1346504" y="0"/>
                </a:lnTo>
                <a:lnTo>
                  <a:pt x="0" y="0"/>
                </a:lnTo>
                <a:lnTo>
                  <a:pt x="0" y="4462945"/>
                </a:lnTo>
                <a:lnTo>
                  <a:pt x="2025637" y="4462945"/>
                </a:lnTo>
                <a:lnTo>
                  <a:pt x="2025637" y="3247936"/>
                </a:lnTo>
                <a:lnTo>
                  <a:pt x="2030463" y="3223742"/>
                </a:lnTo>
                <a:lnTo>
                  <a:pt x="2043785" y="3203981"/>
                </a:lnTo>
                <a:lnTo>
                  <a:pt x="2063546" y="3190646"/>
                </a:lnTo>
                <a:lnTo>
                  <a:pt x="2087740" y="3185757"/>
                </a:lnTo>
                <a:lnTo>
                  <a:pt x="4284040" y="3185757"/>
                </a:lnTo>
                <a:lnTo>
                  <a:pt x="4308233" y="3190646"/>
                </a:lnTo>
                <a:lnTo>
                  <a:pt x="4327995" y="3203981"/>
                </a:lnTo>
                <a:lnTo>
                  <a:pt x="4341330" y="3223742"/>
                </a:lnTo>
                <a:lnTo>
                  <a:pt x="4346219" y="3247936"/>
                </a:lnTo>
                <a:lnTo>
                  <a:pt x="4346219" y="4462945"/>
                </a:lnTo>
                <a:lnTo>
                  <a:pt x="6371844" y="4462945"/>
                </a:lnTo>
                <a:lnTo>
                  <a:pt x="6371844" y="570318"/>
                </a:lnTo>
                <a:lnTo>
                  <a:pt x="637184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200"/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287947" y="2466838"/>
            <a:ext cx="2216139" cy="1924039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071005" y="193702"/>
            <a:ext cx="2992120" cy="685658"/>
          </a:xfrm>
          <a:prstGeom prst="rect">
            <a:avLst/>
          </a:prstGeom>
        </p:spPr>
        <p:txBody>
          <a:bodyPr vert="horz" wrap="square" lIns="0" tIns="8467" rIns="0" bIns="0" rtlCol="0" anchor="ctr">
            <a:spAutoFit/>
          </a:bodyPr>
          <a:lstStyle/>
          <a:p>
            <a:pPr marL="8467">
              <a:lnSpc>
                <a:spcPct val="100000"/>
              </a:lnSpc>
              <a:spcBef>
                <a:spcPts val="67"/>
              </a:spcBef>
            </a:pPr>
            <a:r>
              <a:rPr spc="-433" dirty="0">
                <a:solidFill>
                  <a:srgbClr val="000000"/>
                </a:solidFill>
                <a:latin typeface="Arial Black"/>
                <a:cs typeface="Arial Black"/>
              </a:rPr>
              <a:t>Hostel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5071005" y="831593"/>
            <a:ext cx="5923280" cy="112686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pPr marL="8467">
              <a:spcBef>
                <a:spcPts val="67"/>
              </a:spcBef>
            </a:pPr>
            <a:r>
              <a:rPr sz="7267" spc="-513" dirty="0">
                <a:latin typeface="Arial Black"/>
                <a:cs typeface="Arial Black"/>
              </a:rPr>
              <a:t>Management</a:t>
            </a:r>
            <a:endParaRPr sz="7267" dirty="0">
              <a:latin typeface="Arial Black"/>
              <a:cs typeface="Arial Black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071005" y="1209840"/>
            <a:ext cx="4987395" cy="4996134"/>
          </a:xfrm>
          <a:prstGeom prst="rect">
            <a:avLst/>
          </a:prstGeom>
        </p:spPr>
        <p:txBody>
          <a:bodyPr vert="horz" wrap="square" lIns="0" tIns="487257" rIns="0" bIns="0" rtlCol="0">
            <a:spAutoFit/>
          </a:bodyPr>
          <a:lstStyle/>
          <a:p>
            <a:pPr marL="8467">
              <a:spcBef>
                <a:spcPts val="3837"/>
              </a:spcBef>
            </a:pPr>
            <a:r>
              <a:rPr sz="7267" spc="-560" dirty="0">
                <a:latin typeface="Arial Black"/>
                <a:cs typeface="Arial Black"/>
              </a:rPr>
              <a:t>system</a:t>
            </a:r>
            <a:endParaRPr sz="7267" dirty="0">
              <a:latin typeface="Arial Black"/>
              <a:cs typeface="Arial Black"/>
            </a:endParaRPr>
          </a:p>
          <a:p>
            <a:pPr marL="157488" marR="3387">
              <a:spcBef>
                <a:spcPts val="987"/>
              </a:spcBef>
            </a:pPr>
            <a:r>
              <a:rPr sz="3067" spc="57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</a:t>
            </a:r>
            <a:r>
              <a:rPr sz="3067" spc="-93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67" spc="1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Members</a:t>
            </a:r>
            <a:r>
              <a:rPr sz="3067" spc="11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3067" spc="11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57488" marR="3387">
              <a:spcBef>
                <a:spcPts val="987"/>
              </a:spcBef>
            </a:pPr>
            <a:r>
              <a:rPr sz="3067" spc="163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Mumtaz</a:t>
            </a:r>
            <a:r>
              <a:rPr sz="3067" spc="-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67" spc="107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Ali </a:t>
            </a:r>
            <a:endParaRPr lang="en-US" sz="3067" spc="107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57488" marR="3387">
              <a:spcBef>
                <a:spcPts val="987"/>
              </a:spcBef>
            </a:pPr>
            <a:r>
              <a:rPr sz="3067" spc="16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Muhammad</a:t>
            </a:r>
            <a:r>
              <a:rPr sz="3067" spc="-83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67" spc="-13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Maaz </a:t>
            </a:r>
            <a:r>
              <a:rPr sz="3067" spc="1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Muhammad</a:t>
            </a:r>
            <a:r>
              <a:rPr sz="3067" spc="-83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67" spc="107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Abubakar</a:t>
            </a:r>
            <a:endParaRPr lang="en-US" sz="3067" spc="107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57488" marR="3387">
              <a:spcBef>
                <a:spcPts val="987"/>
              </a:spcBef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Supervision </a:t>
            </a:r>
            <a:r>
              <a:rPr lang="en-US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by: </a:t>
            </a:r>
            <a:r>
              <a:rPr lang="en-US" sz="3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Dr</a:t>
            </a:r>
            <a:r>
              <a:rPr lang="en-US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Sarwar</a:t>
            </a:r>
            <a:r>
              <a:rPr lang="en-US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Shah </a:t>
            </a:r>
            <a:r>
              <a:rPr lang="en-US" sz="3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Saib</a:t>
            </a:r>
            <a:r>
              <a:rPr lang="en-US" sz="32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sz="3067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2109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678286" y="565528"/>
            <a:ext cx="3954929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b="1" dirty="0" smtClean="0">
                <a:solidFill>
                  <a:srgbClr val="00B0F0"/>
                </a:solidFill>
              </a:rPr>
              <a:t>Introduction</a:t>
            </a:r>
            <a:endParaRPr lang="en-US" sz="4800" b="1" dirty="0">
              <a:solidFill>
                <a:srgbClr val="00B0F0"/>
              </a:solidFill>
            </a:endParaRPr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678286" y="1371646"/>
            <a:ext cx="8502555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Hostel and Mess Management System 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simplifies hostel and mess operations.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Features include: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Room allocation.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Complaint management system.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Ensures efficient management.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Biometric attendance.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Online payment integration</a:t>
            </a:r>
            <a:r>
              <a:rPr lang="en-US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mess bill notifications</a:t>
            </a:r>
            <a:r>
              <a:rPr lang="en-US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Improves communication.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Provides a user-friendly experience for both students and administrators.</a:t>
            </a:r>
          </a:p>
        </p:txBody>
      </p:sp>
    </p:spTree>
    <p:extLst>
      <p:ext uri="{BB962C8B-B14F-4D97-AF65-F5344CB8AC3E}">
        <p14:creationId xmlns:p14="http://schemas.microsoft.com/office/powerpoint/2010/main" val="2899961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589323" y="410982"/>
            <a:ext cx="25795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000" dirty="0" smtClean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Objectives</a:t>
            </a:r>
            <a:endParaRPr lang="en-US" sz="4000" dirty="0">
              <a:solidFill>
                <a:srgbClr val="00B0F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26017" y="1479476"/>
            <a:ext cx="6096000" cy="2169825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Room and Hostel Management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Complaint Management System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Mess Bill Notification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Online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Payment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Attendance Integration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8634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504" y="1904857"/>
            <a:ext cx="8315325" cy="20383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4504" y="368488"/>
            <a:ext cx="962167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smtClean="0">
                <a:solidFill>
                  <a:srgbClr val="00B0F0"/>
                </a:solidFill>
              </a:rPr>
              <a:t>Project Implementation Schedule</a:t>
            </a:r>
            <a:endParaRPr lang="en-US" sz="44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96577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44464" y="1041595"/>
            <a:ext cx="3932841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Hostel Management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Room Allocation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View Room Details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Admin Management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Student Management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Complaint System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Visitor Management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Mess Management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Attendance System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Payment System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Notification System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Notice Board.</a:t>
            </a:r>
          </a:p>
        </p:txBody>
      </p:sp>
      <p:sp>
        <p:nvSpPr>
          <p:cNvPr id="4" name="Rectangle 3"/>
          <p:cNvSpPr/>
          <p:nvPr/>
        </p:nvSpPr>
        <p:spPr>
          <a:xfrm>
            <a:off x="881522" y="333709"/>
            <a:ext cx="1981633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000" dirty="0" smtClean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  <a:endParaRPr lang="en-US" sz="4000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9248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481848" y="2093260"/>
            <a:ext cx="4906523" cy="15552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7200" dirty="0" smtClean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Progress</a:t>
            </a:r>
          </a:p>
        </p:txBody>
      </p:sp>
    </p:spTree>
    <p:extLst>
      <p:ext uri="{BB962C8B-B14F-4D97-AF65-F5344CB8AC3E}">
        <p14:creationId xmlns:p14="http://schemas.microsoft.com/office/powerpoint/2010/main" val="6603149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337576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877115" y="5696350"/>
            <a:ext cx="26132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00B0F0"/>
                </a:solidFill>
              </a:rPr>
              <a:t>Complete ERD</a:t>
            </a:r>
          </a:p>
        </p:txBody>
      </p:sp>
    </p:spTree>
    <p:extLst>
      <p:ext uri="{BB962C8B-B14F-4D97-AF65-F5344CB8AC3E}">
        <p14:creationId xmlns:p14="http://schemas.microsoft.com/office/powerpoint/2010/main" val="4096601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83187" y="132644"/>
            <a:ext cx="317914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 smtClean="0"/>
              <a:t>Admin Dashboard</a:t>
            </a:r>
            <a:endParaRPr lang="en-US" sz="28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0507"/>
            <a:ext cx="12192000" cy="591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1113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65073" y="296417"/>
            <a:ext cx="33298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 smtClean="0"/>
              <a:t>Student Dashboard</a:t>
            </a:r>
            <a:endParaRPr lang="en-US" sz="28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2079"/>
            <a:ext cx="12192000" cy="5925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414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18524" y="150126"/>
            <a:ext cx="630510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 smtClean="0"/>
              <a:t>Some Demo Screen Shot</a:t>
            </a:r>
            <a:endParaRPr lang="en-US" sz="28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524" y="3539872"/>
            <a:ext cx="4944137" cy="236960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512" y="3384645"/>
            <a:ext cx="5202230" cy="252483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512" y="673346"/>
            <a:ext cx="5202230" cy="226202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957" y="735129"/>
            <a:ext cx="4907704" cy="2376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216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50125" y="218364"/>
            <a:ext cx="52407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/>
              <a:t>Hostel Management System</a:t>
            </a:r>
            <a:endParaRPr lang="en-US" sz="28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956" y="834489"/>
            <a:ext cx="11546006" cy="557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423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28596" y="296417"/>
            <a:ext cx="313258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 smtClean="0"/>
              <a:t>Room Allocations </a:t>
            </a:r>
            <a:endParaRPr lang="en-US" sz="28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596" y="968980"/>
            <a:ext cx="11586950" cy="5606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756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23331"/>
            <a:ext cx="12192000" cy="61619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8950" y="200111"/>
            <a:ext cx="367363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 smtClean="0"/>
              <a:t>Student Management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6349154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195439" y="2651906"/>
            <a:ext cx="3986348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 smtClean="0"/>
              <a:t>Thank You!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904138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361</TotalTime>
  <Words>140</Words>
  <Application>Microsoft Office PowerPoint</Application>
  <PresentationFormat>Widescreen</PresentationFormat>
  <Paragraphs>48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Arial Black</vt:lpstr>
      <vt:lpstr>Calibri</vt:lpstr>
      <vt:lpstr>Rockwell</vt:lpstr>
      <vt:lpstr>Rockwell Condensed</vt:lpstr>
      <vt:lpstr>Times New Roman</vt:lpstr>
      <vt:lpstr>Wingdings</vt:lpstr>
      <vt:lpstr>Wood Type</vt:lpstr>
      <vt:lpstr>Hostel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Hostel</dc:title>
  <dc:creator>3 STAR</dc:creator>
  <cp:lastModifiedBy>Microsoft account</cp:lastModifiedBy>
  <cp:revision>41</cp:revision>
  <dcterms:created xsi:type="dcterms:W3CDTF">2024-12-19T03:49:29Z</dcterms:created>
  <dcterms:modified xsi:type="dcterms:W3CDTF">2025-06-16T11:10:32Z</dcterms:modified>
</cp:coreProperties>
</file>